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40A2C0"/>
          </a:solidFill>
          <a:ln/>
        </p:spPr>
      </p:sp>
      <p:sp>
        <p:nvSpPr>
          <p:cNvPr id="3" name="Shape 1"/>
          <p:cNvSpPr/>
          <p:nvPr/>
        </p:nvSpPr>
        <p:spPr>
          <a:xfrm rot="-90000">
            <a:off x="0" y="2286000"/>
            <a:ext cx="9144000" cy="548640"/>
          </a:xfrm>
          <a:prstGeom prst="rect">
            <a:avLst/>
          </a:prstGeom>
          <a:solidFill>
            <a:srgbClr val="CF3A6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[TITRE DU DOCUMENT]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BRENSO Coaching &amp; Training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54864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108960"/>
            <a:ext cx="1874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3200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naissance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**1981-01-14T00:00:00.000Z (45 ans)**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14600" y="3108960"/>
            <a:ext cx="1874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606040" y="3200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60604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**Sint-Pieters college**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3108960"/>
            <a:ext cx="1874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63440" y="3200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Enneagramme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6344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**Base 4 · Social**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29400" y="3108960"/>
            <a:ext cx="1874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720840" y="3200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72084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**INTP**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: **Bénédicte Vanden Bossche**  ·  13 avril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0A2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F3A6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 QUALITÉS, EN UN MOT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[Phrase de conclusion]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BRENSO Coaching &amp; Training  ·  **Bénédicte Vanden Bossche**  ·  www.brenso.be  ·  contact@brenso.be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d'orientation</dc:title>
  <dc:subject>PptxGenJS Presentation</dc:subject>
  <dc:creator>BRENSO Coaching &amp; Training</dc:creator>
  <cp:lastModifiedBy>BRENSO Coaching &amp; Training</cp:lastModifiedBy>
  <cp:revision>1</cp:revision>
  <dcterms:created xsi:type="dcterms:W3CDTF">2026-04-19T11:26:09Z</dcterms:created>
  <dcterms:modified xsi:type="dcterms:W3CDTF">2026-04-19T11:26:09Z</dcterms:modified>
</cp:coreProperties>
</file>