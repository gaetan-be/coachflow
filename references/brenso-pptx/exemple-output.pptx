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40A2C0"/>
          </a:solidFill>
          <a:ln/>
        </p:spPr>
      </p:sp>
      <p:sp>
        <p:nvSpPr>
          <p:cNvPr id="3" name="Shape 1"/>
          <p:cNvSpPr/>
          <p:nvPr/>
        </p:nvSpPr>
        <p:spPr>
          <a:xfrm rot="-90000">
            <a:off x="0" y="2286000"/>
            <a:ext cx="9144000" cy="548640"/>
          </a:xfrm>
          <a:prstGeom prst="rect">
            <a:avLst/>
          </a:prstGeom>
          <a:solidFill>
            <a:srgbClr val="CF3A6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 D'ORIENTATION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BRENSO  Coaching &amp; Training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54864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108960"/>
            <a:ext cx="1874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3200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naissance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avril 1975  (50 ans)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14600" y="3108960"/>
            <a:ext cx="1874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606040" y="3200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60604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ICHEC · Bachelor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3108960"/>
            <a:ext cx="1874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63440" y="3200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Enneagramme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6344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6 · Sous-type Tête-à-tête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29400" y="3108960"/>
            <a:ext cx="1874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20840" y="3200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2084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INFJ — Le Visionnaire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: Bénédicte Vanden Bossche  ·  13 avril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A2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PERSONNALITÉ — ENNEAGRAMME PROFIL ENNEAGRAMME 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0584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3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mental ne s'arrête jamais — il capte, anticipe, vérifie. Ce n'est pas un ...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4846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444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peux avoir tendance à anticiper le pi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4300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57200" y="2468880"/>
            <a:ext cx="4846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974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5420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 besoin de transparence totale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143000" y="2880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non-dits et les cadres flous mobilisent ton énergie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57200" y="3566160"/>
            <a:ext cx="4846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9476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639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fonctionnes mieux entourée de personn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577840" y="1371600"/>
            <a:ext cx="3200400" cy="3291840"/>
          </a:xfrm>
          <a:prstGeom prst="rect">
            <a:avLst/>
          </a:prstGeom>
          <a:solidFill>
            <a:srgbClr val="E2F1F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576072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A2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MOTS-CLÉS DE PERSONNALITÉ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760720" y="192024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Loyauté sans faille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d'anticipation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transparence et de cadre clair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 d'agir malgré le doute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A2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EN CONTEXTE PROFESSIONNEL 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0584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3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vigilance naturelle est un atout professionnel réel. Quand le cadre est cl...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64008" cy="1234440"/>
          </a:xfrm>
          <a:prstGeom prst="rect">
            <a:avLst/>
          </a:prstGeom>
          <a:solidFill>
            <a:srgbClr val="CF3A6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4813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identifies les risques et les fragilités 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63440" y="137160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CF3A6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00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0" y="14813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maintiens un niveau d'engagement et de fia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9496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peut compter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288036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7200" y="2880360"/>
            <a:ext cx="64008" cy="1234440"/>
          </a:xfrm>
          <a:prstGeom prst="rect">
            <a:avLst/>
          </a:prstGeom>
          <a:solidFill>
            <a:srgbClr val="CF3A6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089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29900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crées des relations professionnelles profo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288036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663440" y="2880360"/>
            <a:ext cx="64008" cy="1234440"/>
          </a:xfrm>
          <a:prstGeom prst="rect">
            <a:avLst/>
          </a:prstGeom>
          <a:solidFill>
            <a:srgbClr val="CF3A6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089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94960" y="29900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humour et ton autodérision désamorcent le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E2F1F6"/>
          </a:solidFill>
          <a:ln/>
        </p:spPr>
      </p:sp>
      <p:sp>
        <p:nvSpPr>
          <p:cNvPr id="24" name="Text 17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vigilance naturelle est un atout professionnel réel. Quand le cadre est clair et les personnes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A2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COMPÉTENCES — MBTI TON PROFIL MBTI 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0584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3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forces identifiées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2606040" cy="54864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4630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057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apprends en profondeur et à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0" y="128016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0" y="1280160"/>
            <a:ext cx="2606040" cy="54864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46304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91840" y="2057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 besoin de temps d'intégr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943600" y="128016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943600" y="1280160"/>
            <a:ext cx="2606040" cy="54864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46304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35040" y="2057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te freine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A2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COMPÉTENCES CLÉS C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0584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3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forces identifiées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A2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· RIASEC — PROFIL D'INTÉRÊTS TON PROFIL DOMINANT 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2560320" cy="2560320"/>
          </a:xfrm>
          <a:prstGeom prst="ellipse">
            <a:avLst/>
          </a:prstGeom>
          <a:solidFill>
            <a:srgbClr val="40A2C0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630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0A2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A2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3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0" y="1371600"/>
            <a:ext cx="48463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40480" y="1371600"/>
            <a:ext cx="64008" cy="868680"/>
          </a:xfrm>
          <a:prstGeom prst="rect">
            <a:avLst/>
          </a:prstGeom>
          <a:solidFill>
            <a:srgbClr val="40A2C0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0" y="14447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métiers d'accompagnement, de conseil et d'orie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840480" y="2423160"/>
            <a:ext cx="48463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840480" y="2423160"/>
            <a:ext cx="64008" cy="868680"/>
          </a:xfrm>
          <a:prstGeom prst="rect">
            <a:avLst/>
          </a:prstGeom>
          <a:solidFill>
            <a:srgbClr val="40A2C0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0" y="24963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contextes de communication directe et de trans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840480" y="3474720"/>
            <a:ext cx="48463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840480" y="3474720"/>
            <a:ext cx="64008" cy="868680"/>
          </a:xfrm>
          <a:prstGeom prst="rect">
            <a:avLst/>
          </a:prstGeom>
          <a:solidFill>
            <a:srgbClr val="40A2C0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0" y="35478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environnements trop solitaires, trop compétiti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8E1E8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3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environnements trop solitaires, trop compétitifs ou trop procéduriers t'éloigneraient de 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A2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· BESOINS FONDAMENTAUX C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0584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3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6 besoins sont fondamentaux — non pas comme des préférences, mais comme d...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2606040" cy="54864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620" y="14630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 besoin d'un cadre structuré a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00400" y="128016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0" y="1280160"/>
            <a:ext cx="2606040" cy="54864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20" y="14630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37560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 besoin d'une autorité légitim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943600" y="128016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943600" y="1280160"/>
            <a:ext cx="2606040" cy="54864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14630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80760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 besoin que tes valeurs (confi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57200" y="283464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57200" y="2834640"/>
            <a:ext cx="2606040" cy="54864"/>
          </a:xfrm>
          <a:prstGeom prst="rect">
            <a:avLst/>
          </a:prstGeom>
          <a:solidFill>
            <a:srgbClr val="CF3A65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1620" y="301752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94360" y="3566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serait difficile à gérer pou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E2F1F6"/>
          </a:solidFill>
          <a:ln/>
        </p:spPr>
      </p:sp>
      <p:sp>
        <p:nvSpPr>
          <p:cNvPr id="23" name="Text 16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 besoin que tes valeurs (confiance, authenticité) soient compatibles avec la culture 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A2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· PISTES DE MÉTIERS &amp; FORMATIONS 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0584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3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 trois pistes sont parfaitement cohérentes avec qui tu es. Elles activent ...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2651760" cy="1005840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173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d'orientation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9436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A2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PISTE 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31520" y="2834640"/>
            <a:ext cx="2103120" cy="365760"/>
          </a:xfrm>
          <a:prstGeom prst="rect">
            <a:avLst/>
          </a:prstGeom>
          <a:solidFill>
            <a:srgbClr val="E2F1F6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ICF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" y="3337560"/>
            <a:ext cx="2103120" cy="365760"/>
          </a:xfrm>
          <a:prstGeom prst="rect">
            <a:avLst/>
          </a:prstGeom>
          <a:solidFill>
            <a:srgbClr val="E2F1F6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ACC/PCC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1520" y="3840480"/>
            <a:ext cx="2103120" cy="365760"/>
          </a:xfrm>
          <a:prstGeom prst="rect">
            <a:avLst/>
          </a:prstGeom>
          <a:solidFill>
            <a:srgbClr val="E2F1F6"/>
          </a:solidFill>
          <a:ln/>
        </p:spPr>
      </p:sp>
      <p:sp>
        <p:nvSpPr>
          <p:cNvPr id="16" name="Text 12"/>
          <p:cNvSpPr/>
          <p:nvPr/>
        </p:nvSpPr>
        <p:spPr>
          <a:xfrm>
            <a:off x="731520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ICHEC Executive Education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337560" y="12801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337560" y="1280160"/>
            <a:ext cx="2651760" cy="1005840"/>
          </a:xfrm>
          <a:prstGeom prst="rect">
            <a:avLst/>
          </a:prstGeom>
          <a:solidFill>
            <a:srgbClr val="CF3A6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173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47472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Présentatrice télé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47472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3A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PISTE 2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11880" y="2834640"/>
            <a:ext cx="2103120" cy="365760"/>
          </a:xfrm>
          <a:prstGeom prst="rect">
            <a:avLst/>
          </a:prstGeom>
          <a:solidFill>
            <a:srgbClr val="F8E1E8"/>
          </a:solidFill>
          <a:ln/>
        </p:spPr>
      </p:sp>
      <p:sp>
        <p:nvSpPr>
          <p:cNvPr id="23" name="Text 18"/>
          <p:cNvSpPr/>
          <p:nvPr/>
        </p:nvSpPr>
        <p:spPr>
          <a:xfrm>
            <a:off x="361188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IHECS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611880" y="3337560"/>
            <a:ext cx="2103120" cy="365760"/>
          </a:xfrm>
          <a:prstGeom prst="rect">
            <a:avLst/>
          </a:prstGeom>
          <a:solidFill>
            <a:srgbClr val="F8E1E8"/>
          </a:solidFill>
          <a:ln/>
        </p:spPr>
      </p:sp>
      <p:sp>
        <p:nvSpPr>
          <p:cNvPr id="25" name="Text 20"/>
          <p:cNvSpPr/>
          <p:nvPr/>
        </p:nvSpPr>
        <p:spPr>
          <a:xfrm>
            <a:off x="361188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de media coachin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217920" y="12801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217920" y="1280160"/>
            <a:ext cx="2651760" cy="1005840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41732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35508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Formateur·rice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35508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A2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PISTE 3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492240" y="2834640"/>
            <a:ext cx="2103120" cy="365760"/>
          </a:xfrm>
          <a:prstGeom prst="rect">
            <a:avLst/>
          </a:prstGeom>
          <a:solidFill>
            <a:srgbClr val="E2F1F6"/>
          </a:solidFill>
          <a:ln/>
        </p:spPr>
      </p:sp>
      <p:sp>
        <p:nvSpPr>
          <p:cNvPr id="32" name="Text 26"/>
          <p:cNvSpPr/>
          <p:nvPr/>
        </p:nvSpPr>
        <p:spPr>
          <a:xfrm>
            <a:off x="649224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CFFB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492240" y="3337560"/>
            <a:ext cx="2103120" cy="365760"/>
          </a:xfrm>
          <a:prstGeom prst="rect">
            <a:avLst/>
          </a:prstGeom>
          <a:solidFill>
            <a:srgbClr val="E2F1F6"/>
          </a:solidFill>
          <a:ln/>
        </p:spPr>
      </p:sp>
      <p:sp>
        <p:nvSpPr>
          <p:cNvPr id="34" name="Text 28"/>
          <p:cNvSpPr/>
          <p:nvPr/>
        </p:nvSpPr>
        <p:spPr>
          <a:xfrm>
            <a:off x="649224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en ingénie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492240" y="3840480"/>
            <a:ext cx="2103120" cy="365760"/>
          </a:xfrm>
          <a:prstGeom prst="rect">
            <a:avLst/>
          </a:prstGeom>
          <a:solidFill>
            <a:srgbClr val="E2F1F6"/>
          </a:solidFill>
          <a:ln/>
        </p:spPr>
      </p:sp>
      <p:sp>
        <p:nvSpPr>
          <p:cNvPr id="36" name="Text 30"/>
          <p:cNvSpPr/>
          <p:nvPr/>
        </p:nvSpPr>
        <p:spPr>
          <a:xfrm>
            <a:off x="6492240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Forem et Bruxelles Format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3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 trois pistes sont parfaitement cohérentes avec qui tu es. Elles activent des dimensions différen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0A2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A2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· PLAN D'ACTION C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0584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3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fut exceptionnel, c'est une pleine de qualité, magnifique. Ces valeurs ont...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1371600" cy="1371600"/>
          </a:xfrm>
          <a:prstGeom prst="ellipse">
            <a:avLst/>
          </a:prstGeom>
          <a:solidFill>
            <a:srgbClr val="40A2C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40864" y="1280160"/>
            <a:ext cx="1371600" cy="1371600"/>
          </a:xfrm>
          <a:prstGeom prst="ellipse">
            <a:avLst/>
          </a:prstGeom>
          <a:solidFill>
            <a:srgbClr val="CF3A6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340864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41648" y="1280160"/>
            <a:ext cx="1371600" cy="1371600"/>
          </a:xfrm>
          <a:prstGeom prst="ellipse">
            <a:avLst/>
          </a:prstGeom>
          <a:solidFill>
            <a:srgbClr val="40A2C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41648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Plaisir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42432" y="1280160"/>
            <a:ext cx="1371600" cy="1371600"/>
          </a:xfrm>
          <a:prstGeom prst="ellipse">
            <a:avLst/>
          </a:prstGeom>
          <a:solidFill>
            <a:srgbClr val="CF3A6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42432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Authenticité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43216" y="1280160"/>
            <a:ext cx="1371600" cy="1371600"/>
          </a:xfrm>
          <a:prstGeom prst="ellipse">
            <a:avLst/>
          </a:prstGeom>
          <a:solidFill>
            <a:srgbClr val="40A2C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43216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Liberté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3017520"/>
            <a:ext cx="64008" cy="1828800"/>
          </a:xfrm>
          <a:prstGeom prst="rect">
            <a:avLst/>
          </a:prstGeom>
          <a:solidFill>
            <a:srgbClr val="CF3A65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040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3A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 DU COACH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77240" y="36576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du coach non renseignées lors de cette séance. Ce qui transparaît de ton profil est clair : tu portes en toi une combinaison rare de rigueur, de profondeur humaine et d'engagement sincère. Les personnes que tu accompagnes ont de la chance — ell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0A2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F3A6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 QUALITÉS, EN UN MOT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194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Loyauté sans faille  ·  Radar d'anticipation  ·  Besoin de transparence et de cadre clair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 d'agir malgré le doute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n'as pas besoin de certitude pour avancer — tu as besoin de confiance, et elle commence par toi.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BRENSO  Coaching &amp; Training  ·  Bénédicte Vanden Bossche  ·  www.brenso.be  ·  contact@brenso.be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D'ORIENTATION</dc:title>
  <dc:subject>PptxGenJS Presentation</dc:subject>
  <dc:creator>BRENSO  Coaching &amp; Training</dc:creator>
  <cp:lastModifiedBy>BRENSO  Coaching &amp; Training</cp:lastModifiedBy>
  <cp:revision>1</cp:revision>
  <dcterms:created xsi:type="dcterms:W3CDTF">2026-04-14T07:46:18Z</dcterms:created>
  <dcterms:modified xsi:type="dcterms:W3CDTF">2026-04-14T07:46:18Z</dcterms:modified>
</cp:coreProperties>
</file>